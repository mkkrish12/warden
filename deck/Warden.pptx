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 w="12700">
            <a:solidFill>
              <a:srgbClr val="0C1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011680"/>
            <a:ext cx="6400800" cy="5029200"/>
          </a:xfrm>
          <a:prstGeom prst="ellipse">
            <a:avLst/>
          </a:prstGeom>
          <a:solidFill>
            <a:srgbClr val="1A4D35">
              <a:alpha val="45000"/>
            </a:srgbClr>
          </a:solidFill>
          <a:ln w="12700">
            <a:solidFill>
              <a:srgbClr val="0C121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WARDEN  ·  RAIN × MONAD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8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AP that settles safely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agents can agree on payments. Warden is the settlement layer — policy on Monad, scoped Rain cards, humans only for exceptions.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82296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agents approve invoices, but money still moves with blank-check credentials or manual cards.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3840480"/>
            <a:ext cx="82296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44805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 should be a one-shot instrument: one vendor, one amount, then dead.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3840480"/>
            <a:ext cx="82296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0" y="44805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→ policy check → mint scoped card → settle → on-chain registry so nothing pays twice.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 w="12700">
            <a:solidFill>
              <a:srgbClr val="0C1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011680"/>
            <a:ext cx="6400800" cy="5029200"/>
          </a:xfrm>
          <a:prstGeom prst="ellipse">
            <a:avLst/>
          </a:prstGeom>
          <a:solidFill>
            <a:srgbClr val="1A4D35">
              <a:alpha val="45000"/>
            </a:srgbClr>
          </a:solidFill>
          <a:ln w="12700">
            <a:solidFill>
              <a:srgbClr val="0C121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8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in, scoped money out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demo invoices for a Shopify seller. Four pay themselves. Three escalate.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invoices land in the agent inbox (JSON / Slack / dashboard).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Monad policy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5204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APPolicy: approved vendors, per-vendor caps, permanent paid registry.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4688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card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a single-use virtual card locked to vendor + exact cents, 24h TTL.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24688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6880" y="35204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cap or unknown vendor → Slack Approve / Reject. No card until a human taps.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5577840"/>
            <a:ext cx="3264408" cy="384048"/>
          </a:xfrm>
          <a:prstGeom prst="roundRect">
            <a:avLst>
              <a:gd name="adj" fmla="val 14286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62356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Monad testnet · chain 10143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50208" y="5577840"/>
            <a:ext cx="2459736" cy="384048"/>
          </a:xfrm>
          <a:prstGeom prst="roundRect">
            <a:avLst>
              <a:gd name="adj" fmla="val 14286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50208" y="562356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scoped issuing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92824" y="5577840"/>
            <a:ext cx="2258568" cy="384048"/>
          </a:xfrm>
          <a:prstGeom prst="roundRect">
            <a:avLst>
              <a:gd name="adj" fmla="val 14286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2824" y="562356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Socket Mode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34272" y="557784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34272" y="5623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dashboard · SSE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 w="12700">
            <a:solidFill>
              <a:srgbClr val="0C1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011680"/>
            <a:ext cx="6400800" cy="5029200"/>
          </a:xfrm>
          <a:prstGeom prst="ellipse">
            <a:avLst/>
          </a:prstGeom>
          <a:solidFill>
            <a:srgbClr val="1A4D35">
              <a:alpha val="45000"/>
            </a:srgbClr>
          </a:solidFill>
          <a:ln w="12700">
            <a:solidFill>
              <a:srgbClr val="0C121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see in four minutes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pays autonomously. Run B refuses — until one Approve tap mints the exception card.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91440" cy="201168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017520"/>
            <a:ext cx="6126480" cy="2011680"/>
          </a:xfrm>
          <a:prstGeom prst="rect">
            <a:avLst/>
          </a:prstGeom>
          <a:solidFill>
            <a:srgbClr val="141C18"/>
          </a:solidFill>
          <a:ln w="12700">
            <a:solidFill>
              <a:srgbClr val="141C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0040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agent never gets a blank check — every payment is a card that can only pay this vendor, this exact amount, then it’s dead.”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0" y="105156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$6,350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45236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Auto-paid (4 invoices)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55480" y="105156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69264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 to human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301752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3337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5236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· exact cents · 24h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55480" y="301752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141C18"/>
          </a:solidFill>
          <a:ln w="12700">
            <a:solidFill>
              <a:srgbClr val="2A3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3337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9264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pays possible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contracts/ APPolicy.sol   ·   agent/ TS + Rain + Slack   ·   web/ reconciliation UI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Warden — Rain × Monad</dc:title>
  <dc:subject>Autonomous accounts-payable settlement layer</dc:subject>
  <dc:creator>Warden</dc:creator>
  <cp:lastModifiedBy>Warden</cp:lastModifiedBy>
  <cp:revision>1</cp:revision>
  <dcterms:created xsi:type="dcterms:W3CDTF">2026-08-09T15:46:31Z</dcterms:created>
  <dcterms:modified xsi:type="dcterms:W3CDTF">2026-08-09T15:46:31Z</dcterms:modified>
</cp:coreProperties>
</file>